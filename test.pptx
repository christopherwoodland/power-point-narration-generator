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5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6004-8CD2-D761-2C0C-714369307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BC5B4-A329-F861-0B3A-8AC326F71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5710B-4080-B95E-83E9-9EFF5D3D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EE557-DE2E-3C10-E58D-FB0A34AC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3F7A3-B3C7-6FDB-B4F3-F501A70B0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11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65FE-CA20-B53A-4AC2-F865536A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83496-87BD-26EF-D0E9-BCA3D75D3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D77F7-BE45-AC38-5C5E-518CDEFC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C039E-FB2F-85A8-C3D1-F14EF449C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21A4C-B348-8514-A6E9-91EE65CA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9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01E6-C375-A698-F3C9-0F153A04C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3C9A3-899C-5071-D2EB-EAC6B1C0E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3AE38-28C2-07C6-FB34-19CDCBBC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0423D-EF80-C3A9-9711-4FA54253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79F0D-8BEE-9956-B404-D86E515A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9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FC84-94ED-4C7A-AE50-1C6E79457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2137D-48E6-00B2-DD2B-AB7232865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7DAEF-CFD2-4BAC-C00E-FA03F407F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CA331-675B-B42B-4267-0DA0D0F8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8EF73-D510-36B1-9F2D-9E090EF0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35AA9-2F4B-3BC7-881F-7A5896DD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5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3321-1287-2709-F562-18A88468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B70E2-491D-A24A-0F2C-31E5BF211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E87E-875A-7728-D5DC-4A5404BA4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BBFD3-08C5-7839-5228-8B5B5D4C7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07AEE-8528-B764-A1F6-D54D69DEC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033C84-4EAF-4103-E218-8728429D2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AA618-3182-AA96-AA77-6A76AF60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12294-BBF2-0A45-2402-D12406F5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A713-658A-2490-F21D-96181743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56536-49C4-B152-F1D2-C829D207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2147D-F128-621A-91EE-00FDE4A8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EE502-4309-86A9-60DD-377FBF73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40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C4B75-4F03-0A26-82A7-6D1BA4F9F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DC48FD-DF4D-AE6D-7C94-2859AE77A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DB35D-1189-0BB7-2E5D-6C2131E8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3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F81A-05F0-2EFB-C72F-AC9F50D5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075AF-1E55-5870-B9D9-A6504E4D7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9A81D-F710-0C33-5FA2-984371BA1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1086D-9BE3-9641-D315-B2ED70EF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34AE2-4A3C-9851-C5F5-07A5D0EB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D2898-60DB-53E4-EE05-78B604B0E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3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ED1-1CB2-FB62-9321-166D7BB2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B5DE-0E8F-3A6A-AF75-EF6ED7543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77CB9-AE17-6081-67B9-25EF98A60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94D74-5211-4CCD-B60C-77FFE3FC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376AD-CE2E-5B92-CF5B-1A643C8B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3DC97-063A-4C3B-8D88-EE48E8BB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0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96898-35CC-4EBF-DA3F-B6A0A3CC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9A045-958D-CBDB-89DE-754F4C66C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ED68-3AF7-A65D-F745-B3426D03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A632F-9779-F9E5-6E40-966C0A408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8FC75-E420-0DFE-2372-A0CE86BCB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2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9023A-F9B0-52A8-0EFF-BF00167FA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F6A96-5B7E-9866-E34C-DCA96CDFC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D335D-9F5F-6B37-1F81-DA3959AB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00703-D606-B770-1D92-59A3DA0B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33E7F-3488-26FA-7631-0B0E6AB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F9D11-8790-28D1-2921-6A6B4C3D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A7177-EAD1-A305-78B8-43C2A6C5A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51234-76A4-C267-2DA7-47086AD74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7C30B-1863-40AB-909B-BF0C0FA0F1B2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FCAE5-6E2D-BB6F-B8B4-8B084C998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637DA-E663-1C4B-C293-800DE74DA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8BC9A-7A26-4B51-9E35-8B01432CE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608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0351-FB28-D947-0007-EE045F7C0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B91C8-BAE5-CA40-39E3-E03F71F2F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3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DC87-43BB-9B48-91EF-8602E04F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235C-A282-2182-4EDE-FD2B991FB5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9D78-E0E2-2F6C-3EDD-43EF3D7939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0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7063-0FD2-3B43-17D7-11C828DF6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6F4F-BBB0-2CBA-4ADD-F401704375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C4F22-0874-F891-2158-4927E3D10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4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01B2-A88F-4598-7473-56EAC708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6FEF5-79DF-ED93-C685-D14F10922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2F7E3-99C0-CE57-5B0E-31ECBA8DA7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1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150F-B212-1291-CF86-0B3EB98D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8BC2-912D-DD7E-2F9E-C569C687FC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841CE-2F23-8889-7961-0577AD97B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00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Woodland</dc:creator>
  <cp:lastModifiedBy>Christopher Woodland</cp:lastModifiedBy>
  <cp:revision>1</cp:revision>
  <dcterms:created xsi:type="dcterms:W3CDTF">2026-03-19T18:38:14Z</dcterms:created>
  <dcterms:modified xsi:type="dcterms:W3CDTF">2026-03-19T18:38:46Z</dcterms:modified>
</cp:coreProperties>
</file>